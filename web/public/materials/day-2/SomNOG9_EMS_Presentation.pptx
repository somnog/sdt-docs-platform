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60" r:id="rId5"/>
    <p:sldId id="262" r:id="rId6"/>
    <p:sldId id="263" r:id="rId7"/>
    <p:sldId id="264" r:id="rId8"/>
    <p:sldId id="265" r:id="rId9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60" d="100"/>
          <a:sy n="160" d="100"/>
        </p:scale>
        <p:origin x="26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c6f9e470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c6f9e470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c6f9e470d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c6f9e470d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a3f40f34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a3f40f34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ba3f40f34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fba3f40f34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ba3f40f34_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fba3f40f34_1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oogle Shape;13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4" name="Google Shape;14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4" name="Google Shape;24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" name="Google Shape;29;p3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32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3" name="Google Shape;33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" name="Google Shape;38;p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body" idx="1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body" idx="2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body" idx="1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4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5" name="Google Shape;55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8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4" name="Google Shape;64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5" name="Google Shape;65;p9"/>
          <p:cNvSpPr txBox="1">
            <a:spLocks noGrp="1"/>
          </p:cNvSpPr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oogle Shape;73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4" name="Google Shape;74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" name="Google Shape;79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0" name="Google Shape;80;p11"/>
          <p:cNvSpPr txBox="1">
            <a:spLocks noGrp="1"/>
          </p:cNvSpPr>
          <p:nvPr>
            <p:ph type="body" idx="1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eometr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9" name="Google Shape;9;p1"/>
          <p:cNvGrpSpPr/>
          <p:nvPr/>
        </p:nvGrpSpPr>
        <p:grpSpPr>
          <a:xfrm>
            <a:off x="32025" y="8000"/>
            <a:ext cx="9144000" cy="1000800"/>
            <a:chOff x="32025" y="8000"/>
            <a:chExt cx="9144000" cy="1000800"/>
          </a:xfrm>
        </p:grpSpPr>
        <p:sp>
          <p:nvSpPr>
            <p:cNvPr id="10" name="Google Shape;10;p1"/>
            <p:cNvSpPr/>
            <p:nvPr/>
          </p:nvSpPr>
          <p:spPr>
            <a:xfrm>
              <a:off x="32025" y="8000"/>
              <a:ext cx="9144000" cy="1000800"/>
            </a:xfrm>
            <a:prstGeom prst="rect">
              <a:avLst/>
            </a:prstGeom>
            <a:gradFill>
              <a:gsLst>
                <a:gs pos="0">
                  <a:srgbClr val="DFEAFB"/>
                </a:gs>
                <a:gs pos="0">
                  <a:srgbClr val="FFFFFF"/>
                </a:gs>
                <a:gs pos="34000">
                  <a:schemeClr val="lt1"/>
                </a:gs>
                <a:gs pos="75000">
                  <a:srgbClr val="B7CEF3"/>
                </a:gs>
                <a:gs pos="100000">
                  <a:srgbClr val="6E9CE7"/>
                </a:gs>
              </a:gsLst>
              <a:lin ang="10800025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1" name="Google Shape;11;p1"/>
            <p:cNvPicPr preferRelativeResize="0"/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7102522" y="24050"/>
              <a:ext cx="2057501" cy="96870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5775" y="1063063"/>
            <a:ext cx="3589265" cy="168988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TextBox 90"/>
          <p:cNvSpPr txBox="1"/>
          <p:nvPr/>
        </p:nvSpPr>
        <p:spPr>
          <a:xfrm>
            <a:off x="320040" y="91440"/>
            <a:ext cx="579517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1970"/>
                </a:solidFill>
              </a:defRPr>
            </a:pPr>
            <a:r>
              <a:rPr sz="2400" dirty="0"/>
              <a:t>SomNOG9 Event Management System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57200" y="2743200"/>
            <a:ext cx="822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lang="en-GB" dirty="0"/>
              <a:t>Prepared by : Hassan Omar Mohamed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Box 94"/>
          <p:cNvSpPr txBox="1"/>
          <p:nvPr/>
        </p:nvSpPr>
        <p:spPr>
          <a:xfrm>
            <a:off x="320040" y="91440"/>
            <a:ext cx="8458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1970"/>
                </a:solidFill>
              </a:defRPr>
            </a:pPr>
            <a:r>
              <a:t>What is Next.js?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" y="914400"/>
            <a:ext cx="82296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endParaRPr lang="en-GB" dirty="0"/>
          </a:p>
          <a:p>
            <a:pPr>
              <a:defRPr sz="1400"/>
            </a:pPr>
            <a:r>
              <a:rPr dirty="0"/>
              <a:t>A React framework that handles routing, server/client rendering, and bundling. You write React components; </a:t>
            </a:r>
            <a:r>
              <a:rPr dirty="0" err="1"/>
              <a:t>Next.js</a:t>
            </a:r>
            <a:r>
              <a:rPr dirty="0"/>
              <a:t> handles the rest.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57200" y="173736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t>File-based routing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57200" y="196596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Create a file → it becomes a URL. app/dashboard/page.tsx = /dashboard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754880" y="173736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t>Server &amp; Client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754880" y="196596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Components run on server by default. Add 'use client' for browser-only code.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57200" y="260604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t>Layouts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57200" y="2834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layout.tsx wraps all pages below it. We use this to mount AuthProvider.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99"/>
          <p:cNvSpPr txBox="1"/>
          <p:nvPr/>
        </p:nvSpPr>
        <p:spPr>
          <a:xfrm>
            <a:off x="320040" y="91440"/>
            <a:ext cx="646843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1970"/>
                </a:solidFill>
              </a:defRPr>
            </a:pPr>
            <a:r>
              <a:rPr sz="3600" dirty="0"/>
              <a:t>How the project is organized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57200" y="914400"/>
            <a:ext cx="82296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endParaRPr lang="en-GB" dirty="0"/>
          </a:p>
          <a:p>
            <a:pPr>
              <a:defRPr sz="1300"/>
            </a:pPr>
            <a:r>
              <a:rPr dirty="0"/>
              <a:t>A </a:t>
            </a:r>
            <a:r>
              <a:rPr dirty="0" err="1"/>
              <a:t>monorepo</a:t>
            </a:r>
            <a:r>
              <a:rPr dirty="0"/>
              <a:t>: one git repo, multiple packages. Frontend in example/, backend in root.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57200" y="155448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t>example/ (frontend)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57200" y="182880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app/        routes only</a:t>
            </a:r>
            <a:br/>
            <a:r>
              <a:t>shared/     axios client</a:t>
            </a:r>
            <a:br/>
            <a:r>
              <a:t>packages/</a:t>
            </a:r>
            <a:br/>
            <a:r>
              <a:t>  auth/    login, auth</a:t>
            </a:r>
            <a:br/>
            <a:r>
              <a:t>  events/  events list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754880" y="155448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t>Backend (root)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754880" y="1828800"/>
            <a:ext cx="3931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apps/</a:t>
            </a:r>
            <a:br/>
            <a:r>
              <a:t>  gateway        HTTP</a:t>
            </a:r>
            <a:br/>
            <a:r>
              <a:t>  auth-service   users</a:t>
            </a:r>
            <a:br/>
            <a:r>
              <a:t>  events-service events</a:t>
            </a:r>
            <a:br/>
            <a:r>
              <a:t>libs/</a:t>
            </a:r>
            <a:br/>
            <a:r>
              <a:t>  contracts      shared DTOs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57200" y="3749039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Key idea: Each team owns one folder. Auth team = packages/auth. Events team = packages/events.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Box 109"/>
          <p:cNvSpPr txBox="1"/>
          <p:nvPr/>
        </p:nvSpPr>
        <p:spPr>
          <a:xfrm>
            <a:off x="320040" y="91440"/>
            <a:ext cx="8458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1970"/>
                </a:solidFill>
              </a:defRPr>
            </a:pPr>
            <a:r>
              <a:t>What's a microservice?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endParaRPr lang="en-GB" dirty="0"/>
          </a:p>
          <a:p>
            <a:pPr>
              <a:defRPr sz="1400"/>
            </a:pPr>
            <a:r>
              <a:rPr dirty="0"/>
              <a:t>A small, focused app that does one thing. Instead of one big app doing everything, we split into auth-service, events-service, etc.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57200" y="192024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t>Our services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57200" y="2194560"/>
            <a:ext cx="3931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gateway: HTTP from frontend</a:t>
            </a:r>
            <a:br/>
            <a:r>
              <a:t>auth: users &amp; logins</a:t>
            </a:r>
            <a:br/>
            <a:r>
              <a:t>events: events &amp; signups</a:t>
            </a:r>
            <a:br/>
            <a:r>
              <a:t>notification: emails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754880" y="192024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t>Why split?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754880" y="2194560"/>
            <a:ext cx="3931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• Each team owns their service</a:t>
            </a:r>
            <a:br/>
            <a:r>
              <a:t>• Easy to deploy</a:t>
            </a:r>
            <a:br/>
            <a:r>
              <a:t>• Easy to understand</a:t>
            </a:r>
            <a:br/>
            <a:r>
              <a:t>• Scales better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Box 119"/>
          <p:cNvSpPr txBox="1"/>
          <p:nvPr/>
        </p:nvSpPr>
        <p:spPr>
          <a:xfrm>
            <a:off x="320040" y="91440"/>
            <a:ext cx="8458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1970"/>
                </a:solidFill>
              </a:defRPr>
            </a:pPr>
            <a:r>
              <a:t>What's Ant Design?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57200" y="914400"/>
            <a:ext cx="82296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endParaRPr lang="en-GB" dirty="0"/>
          </a:p>
          <a:p>
            <a:pPr>
              <a:defRPr sz="1400"/>
            </a:pPr>
            <a:r>
              <a:rPr dirty="0"/>
              <a:t>A UI library with pre-built buttons, forms, tables, menus, etc. We don't build these from scratch; we use Ant Design and style with Tailwind CSS.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57200" y="201168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t>Components you'll use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57200" y="2286000"/>
            <a:ext cx="3931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Form: login, signup</a:t>
            </a:r>
            <a:br/>
            <a:r>
              <a:t>Button: submit, cancel</a:t>
            </a:r>
            <a:br/>
            <a:r>
              <a:t>Table: list events</a:t>
            </a:r>
            <a:br/>
            <a:r>
              <a:t>Modal: confirm</a:t>
            </a:r>
            <a:br/>
            <a:r>
              <a:t>Select: dropdowns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754880" y="2286000"/>
            <a:ext cx="3931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Layout: structure</a:t>
            </a:r>
            <a:br/>
            <a:r>
              <a:t>Menu: navigation</a:t>
            </a:r>
            <a:br/>
            <a:r>
              <a:t>Avatar: profiles</a:t>
            </a:r>
            <a:br/>
            <a:r>
              <a:t>Card: content boxes</a:t>
            </a:r>
            <a:br/>
            <a:r>
              <a:t>Spin: loading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Box 94"/>
          <p:cNvSpPr txBox="1"/>
          <p:nvPr/>
        </p:nvSpPr>
        <p:spPr>
          <a:xfrm>
            <a:off x="320040" y="91440"/>
            <a:ext cx="653897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1970"/>
                </a:solidFill>
              </a:defRPr>
            </a:pPr>
            <a:r>
              <a:rPr sz="3200" dirty="0"/>
              <a:t>packages/auth: What you'll build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" y="914400"/>
            <a:ext cx="82296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endParaRPr lang="en-GB" dirty="0"/>
          </a:p>
          <a:p>
            <a:pPr>
              <a:defRPr sz="1300"/>
            </a:pPr>
            <a:r>
              <a:rPr dirty="0"/>
              <a:t>The auth team builds login, signup, and user profile. This code lives in packages/auth/.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57200" y="155448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t>Pieces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57200" y="1828800"/>
            <a:ext cx="3931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AuthProvider: wraps app</a:t>
            </a:r>
            <a:br/>
            <a:r>
              <a:t>LoginForm: email &amp; password</a:t>
            </a:r>
            <a:br/>
            <a:r>
              <a:t>useAuth hook: get user</a:t>
            </a:r>
            <a:br/>
            <a:r>
              <a:t>Logout button: clear token</a:t>
            </a:r>
            <a:br/>
            <a:r>
              <a:t>Protected routes: redirect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754880" y="155448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t>APIs you'll call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754880" y="1828800"/>
            <a:ext cx="3931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POST /api/auth/login</a:t>
            </a:r>
            <a:br/>
            <a:r>
              <a:t>POST /api/auth/register</a:t>
            </a:r>
            <a:br/>
            <a:r>
              <a:t>GET /api/auth/me</a:t>
            </a:r>
            <a:br/>
            <a:r>
              <a:t>POST /api/auth/refresh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Box 94"/>
          <p:cNvSpPr txBox="1"/>
          <p:nvPr/>
        </p:nvSpPr>
        <p:spPr>
          <a:xfrm>
            <a:off x="320040" y="91440"/>
            <a:ext cx="697178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1970"/>
                </a:solidFill>
              </a:defRPr>
            </a:pPr>
            <a:r>
              <a:rPr sz="3200" dirty="0"/>
              <a:t>packages/events: What you'll build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" y="914400"/>
            <a:ext cx="82296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endParaRPr lang="en-GB" dirty="0"/>
          </a:p>
          <a:p>
            <a:pPr>
              <a:defRPr sz="1300"/>
            </a:pPr>
            <a:r>
              <a:rPr dirty="0"/>
              <a:t>The events team builds the event catalogue, event details, and registration. This lives in packages/events/.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57200" y="155448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t>Pieces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57200" y="1828800"/>
            <a:ext cx="3931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EventsList: show all</a:t>
            </a:r>
            <a:br/>
            <a:r>
              <a:t>EventDetail: show one</a:t>
            </a:r>
            <a:br/>
            <a:r>
              <a:t>RegForm: sign up</a:t>
            </a:r>
            <a:br/>
            <a:r>
              <a:t>MyTickets: user's events</a:t>
            </a:r>
            <a:br/>
            <a:r>
              <a:t>Search &amp; filter: find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754880" y="155448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t>APIs you'll call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754880" y="1828800"/>
            <a:ext cx="3931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GET /api/events</a:t>
            </a:r>
            <a:br/>
            <a:r>
              <a:t>GET /api/events/:id</a:t>
            </a:r>
            <a:br/>
            <a:r>
              <a:t>POST /api/events/:id/registrations</a:t>
            </a:r>
            <a:br/>
            <a:r>
              <a:t>GET /api/me/registrations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Box 94"/>
          <p:cNvSpPr txBox="1"/>
          <p:nvPr/>
        </p:nvSpPr>
        <p:spPr>
          <a:xfrm>
            <a:off x="320040" y="91440"/>
            <a:ext cx="674415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1970"/>
                </a:solidFill>
              </a:defRPr>
            </a:pPr>
            <a:r>
              <a:rPr sz="4000" dirty="0"/>
              <a:t>Getting started: Next steps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" y="91440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endParaRPr lang="en-GB" dirty="0"/>
          </a:p>
          <a:p>
            <a:pPr>
              <a:defRPr sz="1200"/>
            </a:pPr>
            <a:r>
              <a:rPr dirty="0"/>
              <a:t>1. Clone the repo and </a:t>
            </a:r>
            <a:r>
              <a:rPr dirty="0" err="1"/>
              <a:t>npm</a:t>
            </a:r>
            <a:r>
              <a:rPr dirty="0"/>
              <a:t> install</a:t>
            </a:r>
            <a:br>
              <a:rPr dirty="0"/>
            </a:br>
            <a:br>
              <a:rPr dirty="0"/>
            </a:br>
            <a:r>
              <a:rPr dirty="0"/>
              <a:t>2. Run backend: </a:t>
            </a:r>
            <a:r>
              <a:rPr dirty="0" err="1"/>
              <a:t>npm</a:t>
            </a:r>
            <a:r>
              <a:rPr dirty="0"/>
              <a:t> run </a:t>
            </a:r>
            <a:r>
              <a:rPr dirty="0" err="1"/>
              <a:t>infra:up</a:t>
            </a:r>
            <a:r>
              <a:rPr dirty="0"/>
              <a:t>, </a:t>
            </a:r>
            <a:r>
              <a:rPr dirty="0" err="1"/>
              <a:t>npm</a:t>
            </a:r>
            <a:r>
              <a:rPr dirty="0"/>
              <a:t> run dev</a:t>
            </a:r>
            <a:br>
              <a:rPr dirty="0"/>
            </a:br>
            <a:br>
              <a:rPr dirty="0"/>
            </a:br>
            <a:r>
              <a:rPr dirty="0"/>
              <a:t>3. Run frontend: cd example &amp;&amp; </a:t>
            </a:r>
            <a:r>
              <a:rPr dirty="0" err="1"/>
              <a:t>npm</a:t>
            </a:r>
            <a:r>
              <a:rPr dirty="0"/>
              <a:t> run dev</a:t>
            </a:r>
            <a:br>
              <a:rPr dirty="0"/>
            </a:br>
            <a:br>
              <a:rPr dirty="0"/>
            </a:br>
            <a:r>
              <a:rPr dirty="0"/>
              <a:t>4. Open http://localhost:3004 in browser</a:t>
            </a:r>
            <a:br>
              <a:rPr dirty="0"/>
            </a:br>
            <a:br>
              <a:rPr dirty="0"/>
            </a:br>
            <a:r>
              <a:rPr dirty="0"/>
              <a:t>5. Read the code. Your package is where you make changes.</a:t>
            </a:r>
            <a:br>
              <a:rPr dirty="0"/>
            </a:br>
            <a:br>
              <a:rPr dirty="0"/>
            </a:br>
            <a:r>
              <a:rPr dirty="0"/>
              <a:t>6. Each day: pull, ask questions, pair program with your team.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769</TotalTime>
  <Words>626</Words>
  <Application>Microsoft Macintosh PowerPoint</Application>
  <PresentationFormat>On-screen Show (16:9)</PresentationFormat>
  <Paragraphs>49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Roboto</vt:lpstr>
      <vt:lpstr>Arial</vt:lpstr>
      <vt:lpstr>Geometric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Ahmed Ali Mohamed</cp:lastModifiedBy>
  <cp:revision>5</cp:revision>
  <dcterms:modified xsi:type="dcterms:W3CDTF">2026-09-20T02:30:35Z</dcterms:modified>
</cp:coreProperties>
</file>